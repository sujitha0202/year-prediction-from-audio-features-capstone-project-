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5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0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7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0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1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94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38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4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63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6025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43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4163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52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15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4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83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203/yearpredictionmsd" TargetMode="External"/><Relationship Id="rId2" Type="http://schemas.openxmlformats.org/officeDocument/2006/relationships/hyperlink" Target="https://archive.ics.uci.ed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Capstone Project: Year Prediction from Audio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Entertainment Domain • Machine Learning • UCI MSD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Domain: Entertainment</a:t>
            </a:r>
          </a:p>
          <a:p>
            <a:pPr lvl="1"/>
            <a:r>
              <a:t>• Task: Predict song release year</a:t>
            </a:r>
          </a:p>
          <a:p>
            <a:pPr lvl="1"/>
            <a:r>
              <a:t>• Dataset: YearPredictionMSD (UCI)</a:t>
            </a:r>
          </a:p>
          <a:p>
            <a:pPr lvl="1"/>
            <a:r>
              <a:t>• Rows: 515,345</a:t>
            </a:r>
          </a:p>
          <a:p>
            <a:pPr lvl="1"/>
            <a:r>
              <a:t>• Features: 90 audio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• Source: UCI Machine Learning Repository</a:t>
            </a:r>
            <a:br>
              <a:rPr lang="en-IN" dirty="0"/>
            </a:br>
            <a:r>
              <a:rPr lang="en-IN" dirty="0"/>
              <a:t> 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dirty="0"/>
              <a:t>• 90 timbre &amp; audio-related features</a:t>
            </a:r>
          </a:p>
          <a:p>
            <a:pPr lvl="1"/>
            <a:r>
              <a:rPr dirty="0"/>
              <a:t>• Target variable: 'year'</a:t>
            </a:r>
          </a:p>
          <a:p>
            <a:pPr lvl="1"/>
            <a:r>
              <a:rPr dirty="0"/>
              <a:t>• Large dataset → sampled 20,000 rows for EDA</a:t>
            </a:r>
            <a:endParaRPr lang="en-IN" dirty="0"/>
          </a:p>
          <a:p>
            <a:pPr lvl="1"/>
            <a:r>
              <a:rPr lang="en-US" dirty="0"/>
              <a:t>• Dataset Link: </a:t>
            </a:r>
            <a:r>
              <a:rPr lang="en-IN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https://archive.ics.uci.edu/dataset/203/yearpredictionmsd</a:t>
            </a:r>
            <a:r>
              <a:rPr lang="en-IN" sz="1800" u="sng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No missing values</a:t>
            </a:r>
          </a:p>
          <a:p>
            <a:pPr lvl="1"/>
            <a:r>
              <a:t>• Distribution of years analyzed</a:t>
            </a:r>
          </a:p>
          <a:p>
            <a:pPr lvl="1"/>
            <a:r>
              <a:t>• Correlation heatmap revealed weak feature-year relationship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X = features, y = year</a:t>
            </a:r>
          </a:p>
          <a:p>
            <a:pPr lvl="1"/>
            <a:r>
              <a:t>• 80/20 train-test split</a:t>
            </a:r>
          </a:p>
          <a:p>
            <a:pPr lvl="1"/>
            <a:r>
              <a:t>• StandardScaler applied for Linear Regression</a:t>
            </a:r>
          </a:p>
          <a:p>
            <a:pPr lvl="1"/>
            <a:r>
              <a:t>• Random Forest trained without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1. Linear Regression (baseline)</a:t>
            </a:r>
          </a:p>
          <a:p>
            <a:pPr lvl="1"/>
            <a:r>
              <a:t>2. Random Forest Regressor (ensemble model)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Mean Squared Error (MSE)</a:t>
            </a:r>
          </a:p>
          <a:p>
            <a:pPr lvl="1"/>
            <a:r>
              <a:t>• Mean Absolute Error (MAE)</a:t>
            </a:r>
          </a:p>
          <a:p>
            <a:pPr lvl="1"/>
            <a:r>
              <a:t>• R²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 lvl="1"/>
            <a:r>
              <a:t>Linear Regression:</a:t>
            </a:r>
          </a:p>
          <a:p>
            <a:pPr lvl="1"/>
            <a:r>
              <a:t>  • MSE: 94.00</a:t>
            </a:r>
          </a:p>
          <a:p>
            <a:pPr lvl="1"/>
            <a:r>
              <a:t>  • MAE: 6.83</a:t>
            </a:r>
          </a:p>
          <a:p>
            <a:pPr lvl="1"/>
            <a:r>
              <a:t>  • R²: 0.233</a:t>
            </a:r>
          </a:p>
          <a:p>
            <a:pPr lvl="1"/>
            <a:endParaRPr/>
          </a:p>
          <a:p>
            <a:pPr lvl="1"/>
            <a:r>
              <a:t>Random Forest:</a:t>
            </a:r>
          </a:p>
          <a:p>
            <a:pPr lvl="1"/>
            <a:r>
              <a:t>  • MSE: 94.77</a:t>
            </a:r>
          </a:p>
          <a:p>
            <a:pPr lvl="1"/>
            <a:r>
              <a:t>  • MAE: 6.96</a:t>
            </a:r>
          </a:p>
          <a:p>
            <a:pPr lvl="1"/>
            <a:r>
              <a:t>  • R²: 0.227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Some timbre coefficients had higher impact</a:t>
            </a:r>
          </a:p>
          <a:p>
            <a:pPr lvl="1"/>
            <a:r>
              <a:t>• Many features minimally contributed</a:t>
            </a:r>
          </a:p>
          <a:p>
            <a:pPr lvl="1"/>
            <a:r>
              <a:t>• Audio features are weak predictors of year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Audio-year relationship is weak</a:t>
            </a:r>
          </a:p>
          <a:p>
            <a:pPr lvl="1"/>
            <a:r>
              <a:t>• Dataset is known for noisy, complex patterns</a:t>
            </a:r>
          </a:p>
          <a:p>
            <a:pPr lvl="1"/>
            <a:r>
              <a:t>• Achieved performance aligns with published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• Complete ML workflow implemented</a:t>
            </a:r>
          </a:p>
          <a:p>
            <a:pPr lvl="1"/>
            <a:r>
              <a:t>• Models performed within expected ranges</a:t>
            </a:r>
          </a:p>
          <a:p>
            <a:pPr lvl="1"/>
            <a:r>
              <a:t>• Project improved understanding of regression &amp; audio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</TotalTime>
  <Words>292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 3</vt:lpstr>
      <vt:lpstr>Slice</vt:lpstr>
      <vt:lpstr>Capstone Project: Year Prediction from Audio Features</vt:lpstr>
      <vt:lpstr>Project Overview</vt:lpstr>
      <vt:lpstr>Dataset Description</vt:lpstr>
      <vt:lpstr>EDA Summary</vt:lpstr>
      <vt:lpstr>Data Preprocessing</vt:lpstr>
      <vt:lpstr>Models Used</vt:lpstr>
      <vt:lpstr>Evaluation Metrics</vt:lpstr>
      <vt:lpstr>Model Performance</vt:lpstr>
      <vt:lpstr>Feature Importance</vt:lpstr>
      <vt:lpstr>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Sujeesh E Kalarikkal</cp:lastModifiedBy>
  <cp:revision>2</cp:revision>
  <dcterms:created xsi:type="dcterms:W3CDTF">2013-01-27T09:14:16Z</dcterms:created>
  <dcterms:modified xsi:type="dcterms:W3CDTF">2025-11-19T10:41:22Z</dcterms:modified>
  <cp:category/>
</cp:coreProperties>
</file>